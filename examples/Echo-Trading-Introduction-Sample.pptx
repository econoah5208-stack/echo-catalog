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회사 철학: http://www.echotra.com/about/greeting/index.jsp
이미지: http://www.echotra.com/img/main_visual01.jpg
로고: 사용자 제공 원본
기준일: 2026-09-30
고객 전달 메모: 제품 도입 검토용 자료입니다.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내용: http://www.echotra.com/about/greeting/index.jsp
핵심 가치: 사용자 제공 안전·건강 철학
이미지: http://www.echotra.com/img/main_con02_img.jpg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회사 소개: http://www.echotra.com/about/greeting/index.jsp
제품 분야: http://www.echotra.com/products/index.jsp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http://www.echotra.com/partner/overseas/index.jsp
기준일: 2026-09-30
홈페이지 지역별 목록에서 발췌. 홈페이지의 호주 그룹은 오세아니아로 표기. 특정 제품의 공급처 또는 독점 관계를 의미하지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http://www.echotra.com/partner/domestic/index.jsp
기준일: 2026-09-30
공식 홈페이지 공개 목록 중 일부. 거래 규모나 현재 계약 조건은 기재하지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에코트레이딩 제품 데이터베이스
제품코드: CH0002, CH0013, CH0014
선택한 필드만 표시하며 긴 내용은 이어지는 슬라이드에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주소: http://www.echotra.com/about/contact/index.jsp
전화·팩스: 기존 사용자 제공 카탈로그 연락처 유지
웹사이트: http://www.echotra.com/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공식 홈페이지의 녹색 잎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에코트레이딩 공식 로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93192"/>
            <a:ext cx="868680" cy="36463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5943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 TRADING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" y="164592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에코트레이딩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777240" y="2770632"/>
            <a:ext cx="98755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건강한 식품이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건강한 몸과 정신을 만듭니다</a:t>
            </a:r>
            <a:endParaRPr lang="en-US" sz="2900" dirty="0"/>
          </a:p>
        </p:txBody>
      </p:sp>
      <p:sp>
        <p:nvSpPr>
          <p:cNvPr id="7" name="Text 3"/>
          <p:cNvSpPr/>
          <p:nvPr/>
        </p:nvSpPr>
        <p:spPr>
          <a:xfrm>
            <a:off x="777240" y="487375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식품원료 제안서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3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에코트레이딩 공식 로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393192"/>
            <a:ext cx="868680" cy="3646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1148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C6DF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OUR VALUES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9144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안전과 건강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85800" y="64465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BD0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 Trading Co.,Ltd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607040" y="643737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BD0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7</a:t>
            </a:r>
            <a:endParaRPr lang="en-US" sz="900" dirty="0"/>
          </a:p>
        </p:txBody>
      </p:sp>
      <p:pic>
        <p:nvPicPr>
          <p:cNvPr id="7" name="Image 1" descr="홈페이지 식품원료 이미지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35240" y="1783080"/>
            <a:ext cx="3858768" cy="43251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1965960"/>
            <a:ext cx="6217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6DF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713232" y="2670048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식품소재를 공급하는 일을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사업의 중요한 기준으로 삼습니다.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13232" y="3931920"/>
            <a:ext cx="6217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6DF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713232" y="4636008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건강한 식품이 몸과 정신을 만든다는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믿음으로 원료의 가치를 살핍니다.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3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에코트레이딩 공식 로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393192"/>
            <a:ext cx="868680" cy="3646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1148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C6DF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ECHO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9144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식품원료 전문 무역기업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85800" y="64465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BD0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 Trading Co.,Ltd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607040" y="643737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BD0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1792224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각국의 식품원료를 국내 시장에 소개하는 식품원료 전문 무역기업입니다.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13232" y="28163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6DF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08760" y="28163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식품원료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623560" y="283464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식품에 적용할 수 있는 원료를 국내 시장에 소개합니다.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13232" y="38039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6DF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38039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기능성 식품소재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623560" y="3822192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비타민·미네랄을 비롯한 기능성 식품소재를 제안합니다.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3232" y="47914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6DF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08760" y="47914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국내외 파트너십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623560" y="4809744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원료기업과 국내 식품기업의 협력을 이어갑니다.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3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에코트레이딩 공식 로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393192"/>
            <a:ext cx="868680" cy="3646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1148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C6DF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NETWORK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9144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원료 네트워크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85800" y="64465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BD0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 Trading Co.,Ltd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607040" y="643737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BD0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178308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각국의 원료기업과 국내 식품시장을 연결합니다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2560320"/>
          <a:ext cx="1078992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854964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6DF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북아메리카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52400" marB="152400" anchor="mid">
                    <a:lnL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Grain Millers / Briess Malt &amp; Ingredients / Avafina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52400" marB="152400" anchor="mid">
                    <a:lnL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6DF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남아메리카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52400" marB="152400" anchor="mid">
                    <a:lnL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Agricola Cran Chile / Nutribotanica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52400" marB="152400" anchor="mid">
                    <a:lnL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6DF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유럽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52400" marB="152400" anchor="mid">
                    <a:lnL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Ariza B.V / Henry Lamotte Oils / Iprona AG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52400" marB="152400" anchor="mid">
                    <a:lnL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6DF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아시아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52400" marB="152400" anchor="mid">
                    <a:lnL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Thai Coconut / Nafoods Group / Maruzen chemical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52400" marB="152400" anchor="mid">
                    <a:lnL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6DF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오세아니아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52400" marB="152400" anchor="mid">
                    <a:lnL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DM Palmer / Profruit Company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152400" marB="152400" anchor="mid">
                    <a:lnL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13232" y="590702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BD0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홈페이지 해외 파트너 목록 중 일부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3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에코트레이딩 공식 로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393192"/>
            <a:ext cx="868680" cy="3646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1148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C6DF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DOMESTIC PARTNERS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9144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식품기업과의 협업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85800" y="64465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BD0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 Trading Co.,Ltd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607040" y="643737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BD0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1783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BBD0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홈페이지에 소개된 주요 국내 파트너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49808" y="2560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CJ제일제당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407408" y="2560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CJ프레시웨이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065008" y="2560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동원F&amp;B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49808" y="31089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동원홈푸드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407408" y="31089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오리온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065008" y="31089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서울우유협동조합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49808" y="3657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롯데칠성음료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407408" y="3657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065008" y="3657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한국인삼공사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49808" y="42062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콜마BNH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407408" y="42062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서흥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065008" y="42062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노바렉스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49808" y="47548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코스맥스바이오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407408" y="47548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오케이에프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065008" y="47548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서울F&amp;B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3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에코트레이딩 공식 로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393192"/>
            <a:ext cx="868680" cy="3646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1148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C6DF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SELECTION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9144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식이섬유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85800" y="64465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BD0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 Trading Co.,Ltd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607040" y="643737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BD0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171907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DF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건강기능식품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10835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14600"/>
                <a:gridCol w="2514600"/>
                <a:gridCol w="2514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C6DF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제품명 / 코드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76200" marB="76200" anchor="t">
                    <a:lnL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A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C6DF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지표성분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76200" marB="76200" anchor="t">
                    <a:lnL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A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C6DF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원산지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76200" marB="76200" anchor="t">
                    <a:lnL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A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C6DF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어플리케이션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76200" marB="76200" anchor="t">
                    <a:lnL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A60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난소화성말토덱스트린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(화이버솔-2)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CH0002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76200" marB="76200" anchor="t">
                    <a:lnL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식이섬유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76200" marB="76200" anchor="t">
                    <a:lnL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세르비아 러시아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헝가리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76200" marB="76200" anchor="t">
                    <a:lnL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음료 · 과자 ·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제과제빵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76200" marB="76200" anchor="t">
                    <a:lnL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옥수수식이섬유(난소화성말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토덱스트린)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CH0013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76200" marB="76200" anchor="t">
                    <a:lnL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식이섬유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76200" marB="76200" anchor="t">
                    <a:lnL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중국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76200" marB="76200" anchor="t">
                    <a:lnL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음료 · 과자 ·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제과제빵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76200" marB="76200" anchor="t">
                    <a:lnL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옥수수식이섬유(난소화성말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토덱스트린)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CH0014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76200" marB="76200" anchor="t">
                    <a:lnL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식이섬유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76200" marB="76200" anchor="t">
                    <a:lnL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중국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76200" marB="76200" anchor="t">
                    <a:lnL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음료 · 과자 ·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제과제빵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76200" marB="76200" anchor="t">
                    <a:lnL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4164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55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13232" y="6272784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BD0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제품별 규격 및 적용 조건은 담당자에게 문의해 주세요.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3D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에코트레이딩 공식 로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393192"/>
            <a:ext cx="868680" cy="3646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1148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C6DF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9144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건강한 식품을 위한 파트너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85800" y="64465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BD0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 Trading Co.,Ltd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607040" y="643737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BD0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1856232"/>
            <a:ext cx="107899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원료에 대한 고민을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에코트레이딩과 함께 나누세요.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13232" y="3758184"/>
            <a:ext cx="10698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6DF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 Trading Co.,Ltd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13232" y="4453128"/>
            <a:ext cx="6035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경기도 성남시 분당구 백현로 100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정자아이파크 1401호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315200" y="4453128"/>
            <a:ext cx="4160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  070-8652-1774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FAX  031-742-0474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 www.echotra.com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Echo Trading Co.,Ltd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식품원료 제안서</dc:title>
  <dc:subject>회사소개 및 선택 제품 안내</dc:subject>
  <dc:creator>Echo Trading Co.,Ltd</dc:creator>
  <cp:lastModifiedBy>Echo Trading Co.,Ltd</cp:lastModifiedBy>
  <cp:revision>1</cp:revision>
  <dcterms:created xsi:type="dcterms:W3CDTF">2026-10-01T01:18:40Z</dcterms:created>
  <dcterms:modified xsi:type="dcterms:W3CDTF">2026-10-01T01:18:40Z</dcterms:modified>
</cp:coreProperties>
</file>